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0" r:id="rId1"/>
  </p:sldMasterIdLst>
  <p:sldIdLst>
    <p:sldId id="276" r:id="rId2"/>
    <p:sldId id="285" r:id="rId3"/>
    <p:sldId id="286" r:id="rId4"/>
    <p:sldId id="287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4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58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39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97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30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79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6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3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5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0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439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715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42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456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194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49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88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CHRONOS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5143" y="2536372"/>
            <a:ext cx="76200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Big Data Analytics Based Predictive System Failure Intelligence Platform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Project Review Presentation (Day 1 – Day 26)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Presented By: </a:t>
            </a:r>
            <a:r>
              <a:rPr lang="en-IN" dirty="0"/>
              <a:t>B.</a:t>
            </a:r>
            <a:r>
              <a:rPr dirty="0"/>
              <a:t>Navya </a:t>
            </a:r>
            <a:endParaRPr lang="en-IN" dirty="0"/>
          </a:p>
          <a:p>
            <a:pPr>
              <a:defRPr sz="2000"/>
            </a:pPr>
            <a:r>
              <a:rPr lang="en-IN" dirty="0"/>
              <a:t>                      </a:t>
            </a:r>
            <a:r>
              <a:rPr lang="en-IN" dirty="0" err="1"/>
              <a:t>P.Sreeram</a:t>
            </a:r>
            <a:endParaRPr lang="en-IN" dirty="0"/>
          </a:p>
          <a:p>
            <a:pPr>
              <a:defRPr sz="2000"/>
            </a:pPr>
            <a:r>
              <a:rPr lang="en-IN" dirty="0"/>
              <a:t>                      </a:t>
            </a:r>
            <a:r>
              <a:rPr lang="en-IN" dirty="0" err="1"/>
              <a:t>M.Nikhitha</a:t>
            </a:r>
            <a:endParaRPr lang="en-IN" dirty="0"/>
          </a:p>
          <a:p>
            <a:pPr>
              <a:defRPr sz="2000"/>
            </a:pPr>
            <a:r>
              <a:rPr lang="en-IN" dirty="0"/>
              <a:t>                      </a:t>
            </a:r>
            <a:r>
              <a:rPr lang="en-IN" dirty="0" err="1"/>
              <a:t>M.Balaji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528" y="849664"/>
            <a:ext cx="8196944" cy="1320800"/>
          </a:xfrm>
        </p:spPr>
        <p:txBody>
          <a:bodyPr/>
          <a:lstStyle/>
          <a:p>
            <a:r>
              <a:rPr dirty="0"/>
              <a:t>How Chronos AI Overcomes Traditional Systems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4031" y="2530461"/>
            <a:ext cx="819694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Traditional monitoring systems have limitations like delayed failure detection, manual log analysis and lack of prediction.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1. Predictive Failure Detection</a:t>
            </a:r>
          </a:p>
          <a:p>
            <a:pPr>
              <a:defRPr sz="2000"/>
            </a:pPr>
            <a:r>
              <a:rPr dirty="0"/>
              <a:t>• ML predicts failures before they happen.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2. Automated Log Analysis</a:t>
            </a:r>
          </a:p>
          <a:p>
            <a:pPr>
              <a:defRPr sz="2000"/>
            </a:pPr>
            <a:r>
              <a:rPr dirty="0"/>
              <a:t>• AI automatically analyzes logs.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3. Reducing System Downtime</a:t>
            </a:r>
          </a:p>
          <a:p>
            <a:pPr>
              <a:defRPr sz="2000"/>
            </a:pPr>
            <a:r>
              <a:rPr dirty="0"/>
              <a:t>• Early alerts help prevent failures and reduce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200" y="695234"/>
            <a:ext cx="6347714" cy="1320800"/>
          </a:xfrm>
        </p:spPr>
        <p:txBody>
          <a:bodyPr/>
          <a:lstStyle/>
          <a:p>
            <a:r>
              <a:rPr dirty="0"/>
              <a:t>How Chronos AI Overcomes Traditional Systems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2371" y="246235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4. Reducing Maintenance Cost</a:t>
            </a:r>
          </a:p>
          <a:p>
            <a:pPr>
              <a:defRPr sz="2000"/>
            </a:pPr>
            <a:r>
              <a:rPr dirty="0"/>
              <a:t>• Automation reduces manual effort.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5. Handling Large Data Efficiently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PySpark</a:t>
            </a:r>
            <a:r>
              <a:rPr dirty="0"/>
              <a:t> processes large-scale log data.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6. Improving Prediction Accuracy</a:t>
            </a:r>
          </a:p>
          <a:p>
            <a:pPr>
              <a:defRPr sz="2000"/>
            </a:pPr>
            <a:r>
              <a:rPr dirty="0"/>
              <a:t>• Random Forest identifies patterns and predicts failures accurately.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7. Real-Time Monitoring</a:t>
            </a:r>
          </a:p>
          <a:p>
            <a:pPr>
              <a:defRPr sz="2000"/>
            </a:pPr>
            <a:r>
              <a:rPr dirty="0"/>
              <a:t>• Centralized dashboard provides live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213" y="610840"/>
            <a:ext cx="8327573" cy="1320800"/>
          </a:xfrm>
        </p:spPr>
        <p:txBody>
          <a:bodyPr/>
          <a:lstStyle/>
          <a:p>
            <a:r>
              <a:rPr dirty="0"/>
              <a:t>Technologies Used &amp; Conclusion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2886" y="2344199"/>
            <a:ext cx="78268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Technologies Used:</a:t>
            </a:r>
          </a:p>
          <a:p>
            <a:pPr>
              <a:defRPr sz="2000"/>
            </a:pPr>
            <a:r>
              <a:rPr dirty="0"/>
              <a:t>• Python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PySpark</a:t>
            </a:r>
            <a:endParaRPr dirty="0"/>
          </a:p>
          <a:p>
            <a:pPr>
              <a:defRPr sz="2000"/>
            </a:pPr>
            <a:r>
              <a:rPr dirty="0"/>
              <a:t>• Machine Learning Algorithms</a:t>
            </a:r>
          </a:p>
          <a:p>
            <a:pPr>
              <a:defRPr sz="2000"/>
            </a:pPr>
            <a:r>
              <a:rPr dirty="0"/>
              <a:t>• MongoDB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FastAPI</a:t>
            </a:r>
            <a:endParaRPr dirty="0"/>
          </a:p>
          <a:p>
            <a:pPr>
              <a:defRPr sz="2000"/>
            </a:pPr>
            <a:r>
              <a:rPr dirty="0"/>
              <a:t>• React.js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Conclusion:</a:t>
            </a:r>
          </a:p>
          <a:p>
            <a:pPr>
              <a:defRPr sz="2000"/>
            </a:pPr>
            <a:r>
              <a:rPr dirty="0"/>
              <a:t>Chronos AI overcomes traditional monitoring limitations by providing intelligent failure prediction, automated log analysis and real-time monitoring using Big Data Analytics and Artificial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Project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Studied Chronos AI concept</a:t>
            </a:r>
          </a:p>
          <a:p>
            <a:pPr lvl="1"/>
            <a:r>
              <a:t>• Understood problem statement</a:t>
            </a:r>
          </a:p>
          <a:p>
            <a:pPr lvl="1"/>
            <a:r>
              <a:t>• Defined scope</a:t>
            </a:r>
          </a:p>
          <a:p>
            <a:pPr lvl="1"/>
            <a:r>
              <a:t>• Identified objectives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Project scope and objectives finalized.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Problem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Analyzed existing monitoring</a:t>
            </a:r>
          </a:p>
          <a:p>
            <a:pPr lvl="1"/>
            <a:r>
              <a:t>• Found reactive maintenance issues</a:t>
            </a:r>
          </a:p>
          <a:p>
            <a:pPr lvl="1"/>
            <a:r>
              <a:t>• Studied downtime causes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Existing system limitations documented.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Objective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Defined objectives</a:t>
            </a:r>
          </a:p>
          <a:p>
            <a:pPr lvl="1"/>
            <a:r>
              <a:t>• Planned outcomes</a:t>
            </a:r>
          </a:p>
          <a:p>
            <a:pPr lvl="1"/>
            <a:r>
              <a:t>• Finalized goals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Project objectives finalized.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Reviewed predictive maintenance</a:t>
            </a:r>
          </a:p>
          <a:p>
            <a:pPr lvl="1"/>
            <a:r>
              <a:t>• Studied Big Data</a:t>
            </a:r>
          </a:p>
          <a:p>
            <a:pPr lvl="1"/>
            <a:r>
              <a:t>• Compared solutions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Literature survey 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Research Paper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Studied IEEE papers</a:t>
            </a:r>
          </a:p>
          <a:p>
            <a:pPr lvl="1"/>
            <a:r>
              <a:t>• Compared ML techniques</a:t>
            </a:r>
          </a:p>
          <a:p>
            <a:pPr lvl="1"/>
            <a:r>
              <a:t>• Selected methodology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Research methodology finalized.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6 – Existing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Studied monitoring tools</a:t>
            </a:r>
          </a:p>
          <a:p>
            <a:pPr lvl="1"/>
            <a:r>
              <a:t>• Identified drawbacks</a:t>
            </a:r>
          </a:p>
          <a:p>
            <a:pPr lvl="1"/>
            <a:r>
              <a:t>• Compared systems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Existing system analysis completed.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7 – Proposed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Designed workflow</a:t>
            </a:r>
          </a:p>
          <a:p>
            <a:pPr lvl="1"/>
            <a:r>
              <a:t>• Defined solution</a:t>
            </a:r>
          </a:p>
          <a:p>
            <a:pPr lvl="1"/>
            <a:r>
              <a:t>• Planned architecture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Proposed solution finalized.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8 – 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Identified functional requirements</a:t>
            </a:r>
          </a:p>
          <a:p>
            <a:pPr lvl="1"/>
            <a:r>
              <a:t>• Identified non-functional requirements</a:t>
            </a:r>
          </a:p>
          <a:p>
            <a:pPr lvl="1"/>
            <a:r>
              <a:t>• Listed modules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Requirements finalized.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9 – Technology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Selected Python</a:t>
            </a:r>
          </a:p>
          <a:p>
            <a:pPr lvl="1"/>
            <a:r>
              <a:t>• FastAPI</a:t>
            </a:r>
          </a:p>
          <a:p>
            <a:pPr lvl="1"/>
            <a:r>
              <a:t>• React.js</a:t>
            </a:r>
          </a:p>
          <a:p>
            <a:pPr lvl="1"/>
            <a:r>
              <a:t>• MongoDB</a:t>
            </a:r>
          </a:p>
          <a:p>
            <a:pPr lvl="1"/>
            <a:r>
              <a:t>• PySpark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Technology stack finalized.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10 –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Designed architecture</a:t>
            </a:r>
          </a:p>
          <a:p>
            <a:pPr lvl="1"/>
            <a:r>
              <a:t>• Created workflow</a:t>
            </a:r>
          </a:p>
          <a:p>
            <a:pPr lvl="1"/>
            <a:r>
              <a:t>• Defined module interaction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Architecture completed.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11 – SRS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Prepared IEEE SRS</a:t>
            </a:r>
          </a:p>
          <a:p>
            <a:pPr lvl="1"/>
            <a:r>
              <a:t>• Added requirements</a:t>
            </a:r>
          </a:p>
          <a:p>
            <a:pPr lvl="1"/>
            <a:r>
              <a:t>• Documented scope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SRS completed.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12 –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Defined Authentication</a:t>
            </a:r>
          </a:p>
          <a:p>
            <a:pPr lvl="1"/>
            <a:r>
              <a:t>• Data Collection</a:t>
            </a:r>
          </a:p>
          <a:p>
            <a:pPr lvl="1"/>
            <a:r>
              <a:t>• ML</a:t>
            </a:r>
          </a:p>
          <a:p>
            <a:pPr lvl="1"/>
            <a:r>
              <a:t>• Dashboard</a:t>
            </a:r>
          </a:p>
          <a:p>
            <a:pPr lvl="1"/>
            <a:r>
              <a:t>• Reports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Modules finalized.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13 – Development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Prepared roadmap</a:t>
            </a:r>
          </a:p>
          <a:p>
            <a:pPr lvl="1"/>
            <a:r>
              <a:t>• Planned phases</a:t>
            </a:r>
          </a:p>
          <a:p>
            <a:pPr lvl="1"/>
            <a:r>
              <a:t>• Created timeline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Development roadmap prepared.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14 –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Installed Python</a:t>
            </a:r>
          </a:p>
          <a:p>
            <a:pPr lvl="1"/>
            <a:r>
              <a:t>• VS Code</a:t>
            </a:r>
          </a:p>
          <a:p>
            <a:pPr lvl="1"/>
            <a:r>
              <a:t>• Git</a:t>
            </a:r>
          </a:p>
          <a:p>
            <a:pPr lvl="1"/>
            <a:r>
              <a:t>• Node.js</a:t>
            </a:r>
          </a:p>
          <a:p>
            <a:pPr lvl="1"/>
            <a:r>
              <a:t>• MongoDB</a:t>
            </a:r>
          </a:p>
          <a:p>
            <a:pPr lvl="1"/>
            <a:r>
              <a:t>• Created venv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Development environment ready.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15 – 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Created folder structure</a:t>
            </a:r>
          </a:p>
          <a:p>
            <a:pPr lvl="1"/>
            <a:r>
              <a:t>• Initialized backend</a:t>
            </a:r>
          </a:p>
          <a:p>
            <a:pPr lvl="1"/>
            <a:r>
              <a:t>• Initialized frontend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Project setup completed.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16 – Dataset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Researched AI4I</a:t>
            </a:r>
          </a:p>
          <a:p>
            <a:pPr lvl="1"/>
            <a:r>
              <a:t>• Researched HDFS</a:t>
            </a:r>
          </a:p>
          <a:p>
            <a:pPr lvl="1"/>
            <a:r>
              <a:t>• Researched Server Metrics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Suitable datasets identified.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17 – Dataset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Collected AI4I</a:t>
            </a:r>
          </a:p>
          <a:p>
            <a:pPr lvl="1"/>
            <a:r>
              <a:t>• Collected HDFS</a:t>
            </a:r>
          </a:p>
          <a:p>
            <a:pPr lvl="1"/>
            <a:r>
              <a:t>• Collected Server Metrics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Required datasets collected.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18 – 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Analyzed attributes</a:t>
            </a:r>
          </a:p>
          <a:p>
            <a:pPr lvl="1"/>
            <a:r>
              <a:t>• Studied structure</a:t>
            </a:r>
          </a:p>
          <a:p>
            <a:pPr lvl="1"/>
            <a:r>
              <a:t>• Verified target variables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Dataset analysis completed.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19 –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Work Completed</a:t>
            </a:r>
          </a:p>
          <a:p>
            <a:pPr lvl="1"/>
            <a:r>
              <a:t>• Planned duplicate removal</a:t>
            </a:r>
          </a:p>
          <a:p>
            <a:pPr lvl="1"/>
            <a:r>
              <a:t>• Missing value handling</a:t>
            </a:r>
          </a:p>
          <a:p>
            <a:pPr lvl="1"/>
            <a:r>
              <a:t>• Preprocessing workflow</a:t>
            </a:r>
          </a:p>
          <a:p>
            <a:endParaRPr/>
          </a:p>
          <a:p>
            <a:pPr>
              <a:defRPr b="1"/>
            </a:pPr>
            <a:r>
              <a:t>Outcome</a:t>
            </a:r>
          </a:p>
          <a:p>
            <a:pPr lvl="1"/>
            <a:r>
              <a:t>✔ Preprocessing strategy finalized.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B1B6-0DE3-47AD-93DF-207C88267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218" y="1183301"/>
            <a:ext cx="7259563" cy="1303867"/>
          </a:xfrm>
        </p:spPr>
        <p:txBody>
          <a:bodyPr>
            <a:normAutofit fontScale="90000"/>
          </a:bodyPr>
          <a:lstStyle/>
          <a:p>
            <a:r>
              <a:rPr lang="en-IN" dirty="0"/>
              <a:t>Completed Activities AND Next Phase</a:t>
            </a:r>
            <a:br>
              <a:rPr lang="en-IN" dirty="0"/>
            </a:br>
            <a:r>
              <a:rPr lang="en-IN" dirty="0"/>
              <a:t>                                                                                                       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6774-570E-5796-6C41-9FD938C9D3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dirty="0"/>
              <a:t>• </a:t>
            </a:r>
            <a:r>
              <a:rPr lang="en-IN" dirty="0"/>
              <a:t>✔ Planning                                      </a:t>
            </a:r>
          </a:p>
          <a:p>
            <a:pPr lvl="1"/>
            <a:r>
              <a:rPr lang="en-IN" dirty="0"/>
              <a:t>✔ Analysis</a:t>
            </a:r>
          </a:p>
          <a:p>
            <a:pPr lvl="1"/>
            <a:r>
              <a:rPr lang="en-IN" dirty="0"/>
              <a:t>✔ Literature Survey</a:t>
            </a:r>
          </a:p>
          <a:p>
            <a:pPr lvl="1"/>
            <a:r>
              <a:rPr lang="en-IN" dirty="0"/>
              <a:t>✔ Technology Selection</a:t>
            </a:r>
          </a:p>
          <a:p>
            <a:pPr lvl="1"/>
            <a:r>
              <a:rPr lang="en-IN" dirty="0"/>
              <a:t>✔ SRS</a:t>
            </a:r>
          </a:p>
          <a:p>
            <a:pPr lvl="1"/>
            <a:r>
              <a:rPr lang="en-IN" dirty="0"/>
              <a:t>✔ Environment Setup</a:t>
            </a:r>
          </a:p>
          <a:p>
            <a:pPr lvl="1"/>
            <a:r>
              <a:rPr lang="en-IN" dirty="0"/>
              <a:t>✔ Dataset Collection</a:t>
            </a:r>
          </a:p>
          <a:p>
            <a:pPr lvl="1"/>
            <a:r>
              <a:rPr lang="en-IN" dirty="0"/>
              <a:t>✔ Dataset Understanding</a:t>
            </a:r>
          </a:p>
          <a:p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10129-B089-C412-7255-05C3ED09AF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dirty="0"/>
              <a:t>• Data Preprocessing</a:t>
            </a:r>
          </a:p>
          <a:p>
            <a:pPr lvl="1"/>
            <a:r>
              <a:rPr lang="en-US" dirty="0"/>
              <a:t>• Feature Engineering</a:t>
            </a:r>
          </a:p>
          <a:p>
            <a:pPr lvl="1"/>
            <a:r>
              <a:rPr lang="en-US" dirty="0"/>
              <a:t>• ML Model</a:t>
            </a:r>
          </a:p>
          <a:p>
            <a:pPr lvl="1"/>
            <a:r>
              <a:rPr lang="en-US" dirty="0"/>
              <a:t>• </a:t>
            </a:r>
            <a:r>
              <a:rPr lang="en-US" dirty="0" err="1"/>
              <a:t>FastAPI</a:t>
            </a:r>
            <a:endParaRPr lang="en-US" dirty="0"/>
          </a:p>
          <a:p>
            <a:pPr lvl="1"/>
            <a:r>
              <a:rPr lang="en-US" dirty="0"/>
              <a:t>• MongoDB</a:t>
            </a:r>
          </a:p>
          <a:p>
            <a:pPr lvl="1"/>
            <a:r>
              <a:rPr lang="en-US" dirty="0"/>
              <a:t>• Dashboard</a:t>
            </a:r>
          </a:p>
          <a:p>
            <a:pPr lvl="1"/>
            <a:r>
              <a:rPr lang="en-US" dirty="0"/>
              <a:t>•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259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20 –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267" y="1949650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Prepared dataset for ML</a:t>
            </a:r>
          </a:p>
          <a:p>
            <a:pPr lvl="1">
              <a:defRPr sz="2000"/>
            </a:pPr>
            <a:r>
              <a:rPr dirty="0"/>
              <a:t>• Removed duplicate records</a:t>
            </a:r>
          </a:p>
          <a:p>
            <a:pPr lvl="1">
              <a:defRPr sz="2000"/>
            </a:pPr>
            <a:r>
              <a:rPr dirty="0"/>
              <a:t>• Verified missing values</a:t>
            </a:r>
          </a:p>
          <a:p>
            <a:pPr lvl="1">
              <a:defRPr sz="2000"/>
            </a:pPr>
            <a:r>
              <a:rPr dirty="0"/>
              <a:t>• Saved cleaned dataset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Clean dataset ready.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21 – Feature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9638" y="2057400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Analyzed dataset structure</a:t>
            </a:r>
          </a:p>
          <a:p>
            <a:pPr lvl="1">
              <a:defRPr sz="2000"/>
            </a:pPr>
            <a:r>
              <a:rPr dirty="0"/>
              <a:t>• Identified 12 features</a:t>
            </a:r>
          </a:p>
          <a:p>
            <a:pPr lvl="1">
              <a:defRPr sz="2000"/>
            </a:pPr>
            <a:r>
              <a:rPr dirty="0"/>
              <a:t>• Verified data types</a:t>
            </a:r>
          </a:p>
          <a:p>
            <a:pPr lvl="1">
              <a:defRPr sz="2000"/>
            </a:pPr>
            <a:r>
              <a:rPr dirty="0"/>
              <a:t>• Analyzed failure distribution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Important features identified.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Day 22 – 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6865" y="2701872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Selected 6 input features</a:t>
            </a:r>
          </a:p>
          <a:p>
            <a:pPr lvl="1">
              <a:defRPr sz="2000"/>
            </a:pPr>
            <a:r>
              <a:rPr dirty="0"/>
              <a:t>• Selected Machine Failure target</a:t>
            </a:r>
          </a:p>
          <a:p>
            <a:pPr lvl="1">
              <a:defRPr sz="2000"/>
            </a:pPr>
            <a:r>
              <a:rPr dirty="0"/>
              <a:t>• Removed failure subtype columns</a:t>
            </a:r>
          </a:p>
          <a:p>
            <a:pPr lvl="1">
              <a:defRPr sz="2000"/>
            </a:pPr>
            <a:r>
              <a:rPr dirty="0"/>
              <a:t>• Prepared ML inputs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Feature selection completed.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23 –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266" y="1861152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Generated failure distribution</a:t>
            </a:r>
          </a:p>
          <a:p>
            <a:pPr lvl="1">
              <a:defRPr sz="2000"/>
            </a:pPr>
            <a:r>
              <a:rPr dirty="0"/>
              <a:t>• Temperature graph</a:t>
            </a:r>
          </a:p>
          <a:p>
            <a:pPr lvl="1">
              <a:defRPr sz="2000"/>
            </a:pPr>
            <a:r>
              <a:rPr dirty="0"/>
              <a:t>• Torque graph</a:t>
            </a:r>
          </a:p>
          <a:p>
            <a:pPr lvl="1">
              <a:defRPr sz="2000"/>
            </a:pPr>
            <a:r>
              <a:rPr dirty="0"/>
              <a:t>• RPM graph</a:t>
            </a:r>
          </a:p>
          <a:p>
            <a:pPr lvl="1">
              <a:defRPr sz="2000"/>
            </a:pPr>
            <a:r>
              <a:rPr dirty="0"/>
              <a:t>• Correlation heatmap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Data patterns understood.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24 –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8400" y="2667000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Encoded Type column</a:t>
            </a:r>
          </a:p>
          <a:p>
            <a:pPr lvl="1">
              <a:defRPr sz="2000"/>
            </a:pPr>
            <a:r>
              <a:rPr dirty="0"/>
              <a:t>• Prepared X and Y</a:t>
            </a:r>
          </a:p>
          <a:p>
            <a:pPr lvl="1">
              <a:defRPr sz="2000"/>
            </a:pPr>
            <a:r>
              <a:rPr dirty="0"/>
              <a:t>• Split data 80/20</a:t>
            </a:r>
          </a:p>
          <a:p>
            <a:pPr lvl="1">
              <a:defRPr sz="2000"/>
            </a:pPr>
            <a:r>
              <a:rPr dirty="0"/>
              <a:t>• Training:8000 Testing:2000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Dataset ready for ML.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Day 25 – ML Algorithm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828" y="2667000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Studied Logistic Regression</a:t>
            </a:r>
          </a:p>
          <a:p>
            <a:pPr lvl="1">
              <a:defRPr sz="2000"/>
            </a:pPr>
            <a:r>
              <a:rPr dirty="0"/>
              <a:t>• Decision Tree</a:t>
            </a:r>
          </a:p>
          <a:p>
            <a:pPr lvl="1">
              <a:defRPr sz="2000"/>
            </a:pPr>
            <a:r>
              <a:rPr dirty="0"/>
              <a:t>• Random Forest</a:t>
            </a:r>
          </a:p>
          <a:p>
            <a:pPr lvl="1">
              <a:defRPr sz="2000"/>
            </a:pPr>
            <a:r>
              <a:rPr dirty="0"/>
              <a:t>• SVM and KNN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Random Forest selected.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Day 26 – Random Forest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2083" y="2779180"/>
            <a:ext cx="7874000" cy="419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Work Completed</a:t>
            </a:r>
          </a:p>
          <a:p>
            <a:pPr lvl="1">
              <a:defRPr sz="2000"/>
            </a:pPr>
            <a:r>
              <a:rPr dirty="0"/>
              <a:t>• Trained Random Forest model</a:t>
            </a:r>
          </a:p>
          <a:p>
            <a:pPr lvl="1">
              <a:defRPr sz="2000"/>
            </a:pPr>
            <a:r>
              <a:rPr dirty="0"/>
              <a:t>• Accuracy: 98.45%</a:t>
            </a:r>
          </a:p>
          <a:p>
            <a:pPr lvl="1">
              <a:defRPr sz="2000"/>
            </a:pPr>
            <a:r>
              <a:rPr dirty="0"/>
              <a:t>• Evaluated using Classification Report</a:t>
            </a:r>
          </a:p>
          <a:p>
            <a:pPr lvl="1">
              <a:defRPr sz="2000"/>
            </a:pPr>
            <a:r>
              <a:rPr dirty="0"/>
              <a:t>• Prediction model created</a:t>
            </a:r>
          </a:p>
          <a:p>
            <a:endParaRPr dirty="0"/>
          </a:p>
          <a:p>
            <a:pPr>
              <a:defRPr sz="2200"/>
            </a:pPr>
            <a:r>
              <a:rPr dirty="0"/>
              <a:t>Outcome: Model successfully trained.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27 –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During this phase, the cleaned AI4I dataset was loaded and prepared for machine learning. Important input features were selected, categorical data was encoded, and the dataset was divided into 80% training and 20% testing sets. A Random Forest model was initialized to build the predictive failure analysis system.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28 –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Random Forest model was trained using 8,000 records. The algorithm learned patterns between machine operating conditions and machine failures, enabling it to recognize future failures based on historical data.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29 – Model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trained model was tested with 2,000 unseen records. Predicted values were compared with actual values to validate the model's ability to generalize and accurately detect machine failures.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30 – Accuracy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 performance was measured using Accuracy, Precision, Recall, F1-Score, Confusion Matrix and Classification Report. The Random Forest model achieved an overall accuracy of 98.40%, demonstrating strong prediction capability.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31 –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Five algorithms were compared. Logistic Regression achieved 97.25%, Decision Tree 97.80%, Random Forest 98.40%, SVM 97.00% and KNN 97.05%. Random Forest produced the best overall performance.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32 – Model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Hyperparameters of the Random Forest model were tuned. Although the optimized model achieved 98.25% accuracy, it was slightly lower than the default model, so the default configuration was retained.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33 – Final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Based on all experiments, Random Forest was selected as the final model because it achieved the highest accuracy (98.40%), reduced overfitting and delivered reliable predictions suitable for Chronos AI.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</TotalTime>
  <Words>1232</Words>
  <Application>Microsoft Office PowerPoint</Application>
  <PresentationFormat>On-screen Show (4:3)</PresentationFormat>
  <Paragraphs>290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Garamond</vt:lpstr>
      <vt:lpstr>Organic</vt:lpstr>
      <vt:lpstr>CHRONOS AI</vt:lpstr>
      <vt:lpstr>How Chronos AI Overcomes Traditional Systems (1/3)</vt:lpstr>
      <vt:lpstr>How Chronos AI Overcomes Traditional Systems (2/3)</vt:lpstr>
      <vt:lpstr>Technologies Used &amp; Conclusion (3/3)</vt:lpstr>
      <vt:lpstr>Day 1 – Project Understanding</vt:lpstr>
      <vt:lpstr>Day 2 – Problem Analysis</vt:lpstr>
      <vt:lpstr>Day 3 – Objective Finalization</vt:lpstr>
      <vt:lpstr>Day 4 – Literature Survey</vt:lpstr>
      <vt:lpstr>Day 5 – Research Paper Study</vt:lpstr>
      <vt:lpstr>Day 6 – Existing System Analysis</vt:lpstr>
      <vt:lpstr>Day 7 – Proposed System Design</vt:lpstr>
      <vt:lpstr>Day 8 – Requirement Analysis</vt:lpstr>
      <vt:lpstr>Day 9 – Technology Selection</vt:lpstr>
      <vt:lpstr>Day 10 – System Architecture</vt:lpstr>
      <vt:lpstr>Day 11 – SRS Preparation</vt:lpstr>
      <vt:lpstr>Day 12 – Module Identification</vt:lpstr>
      <vt:lpstr>Day 13 – Development Planning</vt:lpstr>
      <vt:lpstr>Day 14 – Environment Setup</vt:lpstr>
      <vt:lpstr>Day 15 – Project Setup</vt:lpstr>
      <vt:lpstr>Day 16 – Dataset Research</vt:lpstr>
      <vt:lpstr>Day 17 – Dataset Collection</vt:lpstr>
      <vt:lpstr>Day 18 – Dataset Understanding</vt:lpstr>
      <vt:lpstr>Day 19 – Data Cleaning</vt:lpstr>
      <vt:lpstr>Completed Activities AND Next Phase                                                                                                          </vt:lpstr>
      <vt:lpstr>Day 20 – Data Preprocessing</vt:lpstr>
      <vt:lpstr>Day 21 – Feature Analysis</vt:lpstr>
      <vt:lpstr>Day 22 – Feature Selection</vt:lpstr>
      <vt:lpstr>Day 23 – Data Visualization</vt:lpstr>
      <vt:lpstr>Day 24 – Data Preparation</vt:lpstr>
      <vt:lpstr>Day 25 – ML Algorithm Study</vt:lpstr>
      <vt:lpstr>Day 26 – Random Forest Model Training</vt:lpstr>
      <vt:lpstr>Day 27 – Model Development</vt:lpstr>
      <vt:lpstr>Day 28 – Model Training</vt:lpstr>
      <vt:lpstr>Day 29 – Model Testing</vt:lpstr>
      <vt:lpstr>Day 30 – Accuracy Evaluation</vt:lpstr>
      <vt:lpstr>Day 31 – Model Comparison</vt:lpstr>
      <vt:lpstr>Day 32 – Model Optimization</vt:lpstr>
      <vt:lpstr>Day 33 – Final Model Selection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navya krishna</dc:creator>
  <cp:keywords/>
  <dc:description>generated using python-pptx</dc:description>
  <cp:lastModifiedBy>navya krishna</cp:lastModifiedBy>
  <cp:revision>5</cp:revision>
  <dcterms:created xsi:type="dcterms:W3CDTF">2013-01-27T09:14:16Z</dcterms:created>
  <dcterms:modified xsi:type="dcterms:W3CDTF">2026-07-25T04:15:49Z</dcterms:modified>
  <cp:category/>
</cp:coreProperties>
</file>